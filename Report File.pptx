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3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9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8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4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30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96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4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33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0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2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1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21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95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09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257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692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51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15697"/>
          </a:xfrm>
        </p:spPr>
        <p:txBody>
          <a:bodyPr>
            <a:normAutofit/>
          </a:bodyPr>
          <a:lstStyle/>
          <a:p>
            <a:r>
              <a:rPr b="1" dirty="0"/>
              <a:t>AI-Based Smart Attendance Prediction and Leave Management System</a:t>
            </a:r>
            <a:endParaRPr lang="en-US" b="1" dirty="0"/>
          </a:p>
          <a:p>
            <a:r>
              <a:rPr dirty="0"/>
              <a:t>Prepared By:</a:t>
            </a:r>
          </a:p>
          <a:p>
            <a:r>
              <a:rPr lang="en-US" b="1" dirty="0"/>
              <a:t>Name:-</a:t>
            </a:r>
            <a:r>
              <a:rPr b="1" dirty="0"/>
              <a:t>Akshat Grover</a:t>
            </a:r>
          </a:p>
          <a:p>
            <a:r>
              <a:rPr b="1" dirty="0"/>
              <a:t>Registration Number:</a:t>
            </a:r>
            <a:r>
              <a:rPr lang="en-US" b="1" dirty="0"/>
              <a:t>-</a:t>
            </a:r>
            <a:r>
              <a:rPr b="1" dirty="0"/>
              <a:t>25BAI10763</a:t>
            </a:r>
          </a:p>
          <a:p>
            <a:r>
              <a:rPr lang="en-US" b="1" dirty="0"/>
              <a:t>Year:-</a:t>
            </a:r>
            <a:r>
              <a:rPr b="1" dirty="0"/>
              <a:t>1st Year</a:t>
            </a:r>
          </a:p>
          <a:p>
            <a:r>
              <a:rPr lang="en-US" b="1" dirty="0"/>
              <a:t>Course:-</a:t>
            </a:r>
            <a:r>
              <a:rPr b="1" dirty="0" err="1"/>
              <a:t>B.Tech</a:t>
            </a:r>
            <a:r>
              <a:rPr b="1"/>
              <a:t> CSE(</a:t>
            </a:r>
            <a:r>
              <a:rPr b="1" dirty="0"/>
              <a:t>AI/ML)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Background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Attendance plays an important role in college education. Most institutions require students to maintain a minimum attendance percentage.</a:t>
            </a:r>
          </a:p>
          <a:p>
            <a:endParaRPr/>
          </a:p>
          <a:p>
            <a:r>
              <a:t>Many students fail to track their attendance regularly and face problems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Need for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usually realize too late that their attendance is below the required percentage.</a:t>
            </a:r>
          </a:p>
          <a:p>
            <a:endParaRPr/>
          </a:p>
          <a:p>
            <a:r>
              <a:t>There is a need for a simple system that can help students monitor attendance and predict future shortage.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many colleges, attendance is managed manually using registers or spreadsheets.</a:t>
            </a:r>
          </a:p>
          <a:p>
            <a:endParaRPr/>
          </a:p>
          <a:p>
            <a:r>
              <a:t>This process is time-consuming, difficult to maintain, and does not provide future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445" y="915337"/>
            <a:ext cx="8091949" cy="130386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calculation of attendance</a:t>
            </a:r>
          </a:p>
          <a:p>
            <a:r>
              <a:t>• No early warning system</a:t>
            </a:r>
          </a:p>
          <a:p>
            <a:r>
              <a:t>• Difficult to manage leave records</a:t>
            </a:r>
          </a:p>
          <a:p>
            <a:r>
              <a:t>• No prediction of future shortage</a:t>
            </a:r>
          </a:p>
          <a:p>
            <a:r>
              <a:t>• High chances of mistakes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proposed system is an AI-based attendance management application developed in Python.</a:t>
            </a:r>
          </a:p>
          <a:p>
            <a:endParaRPr dirty="0"/>
          </a:p>
          <a:p>
            <a:r>
              <a:rPr dirty="0"/>
              <a:t>It stores student details, tracks attendance, records leave, and predicts attendance shortage.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03" y="915337"/>
            <a:ext cx="8013291" cy="1303867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Main Modules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Registration Module</a:t>
            </a:r>
          </a:p>
          <a:p>
            <a:r>
              <a:t>• Attendance Marking Module</a:t>
            </a:r>
          </a:p>
          <a:p>
            <a:r>
              <a:t>• Leave Management Module</a:t>
            </a:r>
          </a:p>
          <a:p>
            <a:r>
              <a:t>• Attendance Calculation Module</a:t>
            </a:r>
          </a:p>
          <a:p>
            <a:r>
              <a:t>• AI Prediction Module</a:t>
            </a:r>
          </a:p>
          <a:p>
            <a:r>
              <a:t>• Student Record Display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500240"/>
            <a:ext cx="6798736" cy="34449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The project uses Logistic Regression.</a:t>
            </a:r>
          </a:p>
          <a:p>
            <a:r>
              <a:rPr dirty="0"/>
              <a:t>This Machine Learning algorithm predicts whether a student is safe or at risk based on attendance percentage and leave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1347957"/>
            <a:ext cx="6798734" cy="1303867"/>
          </a:xfrm>
        </p:spPr>
        <p:txBody>
          <a:bodyPr>
            <a:normAutofit/>
          </a:bodyPr>
          <a:lstStyle/>
          <a:p>
            <a:r>
              <a:rPr sz="44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1" y="2408902"/>
            <a:ext cx="8170605" cy="38345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Input:</a:t>
            </a:r>
          </a:p>
          <a:p>
            <a:pPr marL="0" indent="0">
              <a:buNone/>
            </a:pPr>
            <a:r>
              <a:rPr dirty="0"/>
              <a:t>• Student Name</a:t>
            </a:r>
          </a:p>
          <a:p>
            <a:pPr marL="0" indent="0">
              <a:buNone/>
            </a:pPr>
            <a:r>
              <a:rPr dirty="0"/>
              <a:t>• Roll Number</a:t>
            </a:r>
          </a:p>
          <a:p>
            <a:pPr marL="0" indent="0">
              <a:buNone/>
            </a:pPr>
            <a:r>
              <a:rPr dirty="0"/>
              <a:t>• Attendance Status</a:t>
            </a:r>
            <a:endParaRPr lang="en-US" dirty="0"/>
          </a:p>
          <a:p>
            <a:pPr marL="0" indent="0">
              <a:buNone/>
            </a:pPr>
            <a:r>
              <a:rPr dirty="0"/>
              <a:t>• Leave Days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/>
              <a:t>• Attendance Percentage</a:t>
            </a:r>
          </a:p>
          <a:p>
            <a:pPr marL="0" indent="0">
              <a:buNone/>
            </a:pPr>
            <a:r>
              <a:rPr dirty="0"/>
              <a:t>• Warning Message</a:t>
            </a:r>
          </a:p>
          <a:p>
            <a:pPr marL="0" indent="0">
              <a:buNone/>
            </a:pPr>
            <a:r>
              <a:rPr dirty="0"/>
              <a:t>• AI Prediction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Saves time</a:t>
            </a:r>
          </a:p>
          <a:p>
            <a:pPr marL="0" indent="0">
              <a:buNone/>
            </a:pPr>
            <a:r>
              <a:rPr dirty="0"/>
              <a:t>• Reduces manual work</a:t>
            </a:r>
          </a:p>
          <a:p>
            <a:pPr marL="0" indent="0">
              <a:buNone/>
            </a:pPr>
            <a:r>
              <a:rPr dirty="0"/>
              <a:t>• Helps students improve attendance</a:t>
            </a:r>
          </a:p>
          <a:p>
            <a:pPr marL="0" indent="0">
              <a:buNone/>
            </a:pPr>
            <a:r>
              <a:rPr dirty="0"/>
              <a:t>• Gives early warning</a:t>
            </a:r>
          </a:p>
          <a:p>
            <a:pPr marL="0" indent="0">
              <a:buNone/>
            </a:pPr>
            <a:r>
              <a:rPr dirty="0"/>
              <a:t>• Easy to use</a:t>
            </a:r>
          </a:p>
          <a:p>
            <a:pPr marL="0" indent="0">
              <a:buNone/>
            </a:pPr>
            <a:r>
              <a:rPr dirty="0"/>
              <a:t>• Useful for teachers and 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Testing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tested with different attendance percentages and leave records.</a:t>
            </a:r>
          </a:p>
          <a:p>
            <a:endParaRPr/>
          </a:p>
          <a:p>
            <a:r>
              <a:t>The AI model successfully predicted which students were at risk of shortage.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Result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able to calculate attendance correctly and predict attendance shortage effectively.</a:t>
            </a:r>
          </a:p>
          <a:p>
            <a:endParaRPr/>
          </a:p>
          <a:p>
            <a:r>
              <a:t>It performed well for basic student attendance tracking.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practical, useful, and solves a real problem faced by students.</a:t>
            </a:r>
          </a:p>
          <a:p>
            <a:endParaRPr/>
          </a:p>
          <a:p>
            <a:r>
              <a:t>It combines Python and Machine Learning concepts in a simple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Documentation</a:t>
            </a:r>
          </a:p>
          <a:p>
            <a:pPr marL="0" indent="0">
              <a:buNone/>
            </a:pPr>
            <a:r>
              <a:rPr dirty="0"/>
              <a:t>• Scikit-learn Documentation</a:t>
            </a:r>
          </a:p>
          <a:p>
            <a:pPr marL="0" indent="0">
              <a:buNone/>
            </a:pPr>
            <a:r>
              <a:rPr dirty="0"/>
              <a:t>• Machine Learning Notes</a:t>
            </a:r>
          </a:p>
          <a:p>
            <a:pPr marL="0" indent="0">
              <a:buNone/>
            </a:pPr>
            <a:r>
              <a:rPr dirty="0"/>
              <a:t>• Attendance Management System Research </a:t>
            </a:r>
            <a:r>
              <a:rPr lang="en-US" dirty="0"/>
              <a:t>            	</a:t>
            </a:r>
            <a:r>
              <a:rPr dirty="0"/>
              <a:t>Articles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424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Garamond</vt:lpstr>
      <vt:lpstr>Organic</vt:lpstr>
      <vt:lpstr>Project Title</vt:lpstr>
      <vt:lpstr>Background of the Study</vt:lpstr>
      <vt:lpstr>Need for the Project</vt:lpstr>
      <vt:lpstr>Existing System</vt:lpstr>
      <vt:lpstr>Limitations of Existing System</vt:lpstr>
      <vt:lpstr>Proposed System</vt:lpstr>
      <vt:lpstr>Main Modules of the Project</vt:lpstr>
      <vt:lpstr>Algorithm Used</vt:lpstr>
      <vt:lpstr>Input and Output</vt:lpstr>
      <vt:lpstr>Advantages of the Project</vt:lpstr>
      <vt:lpstr>Testing of the Project</vt:lpstr>
      <vt:lpstr>Result and Discussion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Akshat</dc:creator>
  <cp:keywords/>
  <dc:description>generated using python-pptx</dc:description>
  <cp:lastModifiedBy>Akshat Grover</cp:lastModifiedBy>
  <cp:revision>2</cp:revision>
  <dcterms:created xsi:type="dcterms:W3CDTF">2013-01-27T09:14:16Z</dcterms:created>
  <dcterms:modified xsi:type="dcterms:W3CDTF">2026-03-29T08:31:07Z</dcterms:modified>
  <cp:category/>
</cp:coreProperties>
</file>